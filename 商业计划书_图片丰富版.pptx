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341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"/>
            <a:ext cx="12191695" cy="2743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OpenClaw 幼儿园 AI 数字员工 SaaS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4AF37"/>
                </a:solidFill>
              </a:defRPr>
            </a:pPr>
            <a:r>
              <a:t>商业计划书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FFFFFF"/>
                </a:solidFill>
              </a:defRPr>
            </a:pPr>
            <a:r>
              <a:t>让 AI 成为每位幼儿教师的得力助手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🎯 项目核心定位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7432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👩‍🏫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👩‍🏫 教师端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80%工作时间处理重复事务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周报、通知、考勤、答疑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教学陪伴时间被挤压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463040"/>
            <a:ext cx="27432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👨‍🏫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945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👨‍🏫 园长端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743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多园管理难、数据不互通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合规审计压力大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家园满意度难提升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463040"/>
            <a:ext cx="27432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👨‍👩‍👧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945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👨‍👩‍👧 家长端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743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信息获取不及时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个性化需求难满足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园所透明度低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14800"/>
            <a:ext cx="9601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9235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💡 解决方案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92354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用 AI 自动化实现：保教、家园、行政、后勤全流程提效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私有化部署，数据不出园，满足教育合规要求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5分钟一键部署，零代码操作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404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📊 市场规模与机会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743200" cy="1828800"/>
          </a:xfrm>
          <a:prstGeom prst="roundRect">
            <a:avLst/>
          </a:prstGeom>
          <a:solidFill>
            <a:srgbClr val="1A2B4A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28万+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国内幼儿园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743200" cy="18288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民营园占比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63040"/>
            <a:ext cx="2743200" cy="1828800"/>
          </a:xfrm>
          <a:prstGeom prst="roundRect">
            <a:avLst/>
          </a:prstGeom>
          <a:solidFill>
            <a:srgbClr val="D4AF37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300亿+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市场规模(元)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463040"/>
            <a:ext cx="2743200" cy="182880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15%+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651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年复合增长率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2B4A"/>
                </a:solidFill>
              </a:defRPr>
            </a:pPr>
            <a:r>
              <a:t>🚀 市场机会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传统幼教 SaaS 仅停留在信息管理层面，AI 自动化渗透率不足 5%</a:t>
            </a:r>
          </a:p>
          <a:p>
            <a:pPr>
              <a:defRPr sz="1600">
                <a:solidFill>
                  <a:srgbClr val="2D3445"/>
                </a:solidFill>
              </a:defRPr>
            </a:pPr>
            <a:r>
              <a:t>• 存在巨大市场空白，AI + 私有化部署是差异化机会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🏗️ 核心产品架构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32720" cy="1371600"/>
          </a:xfrm>
          <a:prstGeom prst="roundRect">
            <a:avLst/>
          </a:prstGeom>
          <a:solidFill>
            <a:srgbClr val="D4AF3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📱 上层：交互端（微信/企业微信 + 园长管理后台 + 家长小程序）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32720" cy="13716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⚙️ 中层：幼教专属技能库（家园沟通 + 保教管理 + 行政后勤 + 安全合规）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10332720" cy="1371600"/>
          </a:xfrm>
          <a:prstGeom prst="roundRect">
            <a:avLst/>
          </a:prstGeom>
          <a:solidFill>
            <a:srgbClr val="1A2B4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🔧 底层：OpenClaw AI 执行引擎 + 国产大模型（通义千问/Qwen/文心一言）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📦 MVP 核心功能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🏠 家园智能助手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自动生成幼儿成长周报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自动生成食谱/考勤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24小时家长高频问题答疑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特殊体质个性化提醒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一键发家长群/私信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57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📚 保教自动化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按主题/年龄生成教案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自动生成活动方案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自动整理观察笔记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生成幼儿发展评估报告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幼儿档案自动归档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6576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🍽️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🍽️ 后勤自动化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自动排班、考勤统计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缺勤预警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按营养标准生成食谱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联动库存生成采购清单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费用账单自动生成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📅 产品迭代路线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1A2B4A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63040" y="2606040"/>
            <a:ext cx="338328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2B4A"/>
                </a:solidFill>
              </a:defRPr>
            </a:pPr>
            <a:r>
              <a:t>🚀 0-3个月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45"/>
                </a:solidFill>
              </a:defRPr>
            </a:pPr>
            <a:r>
              <a:t>• 核心3模块开发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5分钟一键部署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对接微信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签约5家种子园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2286000"/>
            <a:ext cx="731520" cy="731520"/>
          </a:xfrm>
          <a:prstGeom prst="ellipse">
            <a:avLst/>
          </a:prstGeom>
          <a:solidFill>
            <a:srgbClr val="005ABE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2606040"/>
            <a:ext cx="3383280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ABE"/>
                </a:solidFill>
              </a:defRPr>
            </a:pPr>
            <a:r>
              <a:t>📈 3-6个月 完善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45"/>
                </a:solidFill>
              </a:defRPr>
            </a:pPr>
            <a:r>
              <a:t>• 安全合规模块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集团多园管理版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优化技能库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签约50家园所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0" y="2286000"/>
            <a:ext cx="731520" cy="731520"/>
          </a:xfrm>
          <a:prstGeom prst="ellipse">
            <a:avLst/>
          </a:prstGeom>
          <a:solidFill>
            <a:srgbClr val="D4AF37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2004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🌟 6-12个月 生态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445"/>
                </a:solidFill>
              </a:defRPr>
            </a:pPr>
            <a:r>
              <a:t>• 家长端增值服务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幼教技能商店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API开放</a:t>
            </a:r>
          </a:p>
          <a:p>
            <a:pPr algn="ctr">
              <a:defRPr sz="1200">
                <a:solidFill>
                  <a:srgbClr val="2D3445"/>
                </a:solidFill>
              </a:defRPr>
            </a:pPr>
            <a:r>
              <a:t>• 签约200家园所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404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💰 四层递进变现体系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834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💳 基础层：B端SaaS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4688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标准版 2980元/园/年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专业版 5980元/园/年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集团版 29800元/集团/年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834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🔧 增值层：服务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4688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部署实施 1800-3600元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定制开发 5000-20000元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年度运维 800元/园/年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834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🌐 生态层：B2B2C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24688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C端家长增值 30-98元/月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供应链分成 10%-30%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合规数据服务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371600"/>
            <a:ext cx="2834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59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103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🏛️ 平台层：生态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651760"/>
            <a:ext cx="24688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技能商店佣金 15%-30%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认证培训 980-2980元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引擎授权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📈 12个月盈利测算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1143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园所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订阅营收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增值服务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总营收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核心目标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0-3月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5家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0(免费)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验证产品价值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3-6月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50家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20万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25万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月营收5万+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6-12月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200家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100万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140万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3445"/>
                          </a:solidFill>
                        </a:defRPr>
                      </a:pPr>
                      <a:r>
                        <a:t>单月盈利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🛡️ 四大核心壁垒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📚 行业Know-How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深度贴合幼教政策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《3-6岁儿童学习与发展指南》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专属幼教技能库护城河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37160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🔐 数据合规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本地私有化部署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数据不出园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权限隔离与审计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⚙️ 技术交付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5分钟一键部署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零代码操作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落地门槛极低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371600"/>
            <a:ext cx="2743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2B4A"/>
                </a:solidFill>
              </a:defRPr>
            </a:pPr>
            <a:r>
              <a:t>🌐 网络效应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园所越多→越完善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家长用户越多</a:t>
            </a:r>
          </a:p>
          <a:p>
            <a:pPr>
              <a:spcAft>
                <a:spcPts val="600"/>
              </a:spcAft>
              <a:defRPr sz="1300">
                <a:solidFill>
                  <a:srgbClr val="2D3445"/>
                </a:solidFill>
              </a:defRPr>
            </a:pPr>
            <a:r>
              <a:t>供应链越丰富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usin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12779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💼 融资计划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1828800"/>
            <a:ext cx="8503920" cy="1828800"/>
          </a:xfrm>
          <a:prstGeom prst="roundRect">
            <a:avLst/>
          </a:prstGeom>
          <a:solidFill>
            <a:srgbClr val="1A2B4A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D4AF37"/>
                </a:solidFill>
              </a:defRPr>
            </a:pPr>
            <a:r>
              <a:t>天使轮融资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500-1000万元  |  出让10%-15%股权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114800"/>
            <a:ext cx="2743200" cy="18288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产品研发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114800"/>
            <a:ext cx="2743200" cy="18288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3891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市场拓展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2743200" cy="18288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3891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团队建设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14800"/>
            <a:ext cx="2743200" cy="1828800"/>
          </a:xfrm>
          <a:prstGeom prst="roundRect">
            <a:avLst/>
          </a:prstGeom>
          <a:solidFill>
            <a:srgbClr val="005ABE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38912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5303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运营储备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dark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46320" y="1645920"/>
            <a:ext cx="2468880" cy="2468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携手共创幼教 AI 新未来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让 AI 成为每位幼儿教师的得力助手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