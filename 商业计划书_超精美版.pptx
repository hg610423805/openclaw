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341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OpenClaw 幼儿园 AI 数字员工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4AF37"/>
                </a:solidFill>
              </a:defRPr>
            </a:pPr>
            <a:r>
              <a:t>商业计划书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让 AI 成为每位幼儿教师的得力助手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916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📋 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项目核心定位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打造国内首款面向幼儿园的私有化部署 AI 数字员工 SaaS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市场与痛点分析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国内幼儿园超 28 万所，幼教信息化市场规模超 300 亿元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产品与 MVP 方案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核心产品架构：底层引擎 + 中层技能库 + 上层交互端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商业模式与盈利测算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四层递进变现体系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获客与落地执行计划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团队与核心壁垒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风险与应对策略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融资计划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项目核心定位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核心愿景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  <a:r>
              <a:t>打造国内首款面向幼儿园的私有化部署 AI 数字员工 SaaS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四大核心痛点解决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👩‍🏫 教师重复劳动多 → AI 自动化替代 80% 重复工作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📱 家园沟通低效 → 智能沟通助手 24 小时响应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🔒 数据安全合规难 → 本地私有化部署，数据不出园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📊 管理流程不规范 → 标准化 AI 流程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价值主张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  <a:r>
              <a:t>用 AI 自动化实现保教、家园、行政、后勤全流程提效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404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市场规模与机会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B4A"/>
                </a:solidFill>
              </a:defRPr>
            </a:pPr>
            <a:r>
              <a:t>🎯 市场容量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国内幼儿园超 28 万所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民营园占比超 60%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幼教信息化市场规模超 300 亿元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年复合增长率 15%+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⚡ AI 渗透率不足 5%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存在巨大市场空白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27432" cy="502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ABE"/>
                </a:solidFill>
              </a:defRPr>
            </a:pPr>
            <a:r>
              <a:t>💡 传统 SaaS 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仅停留在信息管理层面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无法自动执行任务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数据上公云，合规风险高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• 无法真正减轻教师负担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🚀 我们的机会：</a:t>
            </a:r>
          </a:p>
          <a:p>
            <a:pPr>
              <a:spcAft>
                <a:spcPts val="800"/>
              </a:spcAft>
              <a:defRPr sz="1500">
                <a:solidFill>
                  <a:srgbClr val="2D3445"/>
                </a:solidFill>
              </a:defRPr>
            </a:pPr>
            <a:r>
              <a:t>AI 自动化 + 私有化部署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😫 行业核心痛点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👩‍🏫 教师端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80% 工作时间消耗在周报、通知、考勤、家长答疑等重复事务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教学陪伴时间被严重挤压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👨‍🏫 园长端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多园管理难、数据不互通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合规审计压力大、家园满意度难提升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👨‍👩‍👧 家长端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信息获取不及时、个性化需求难满足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园所透明度低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🚀 三大差异化优势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🔒 技术壁垒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OpenClaw 开源引擎 + 国产大模型适配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支持本地私有化部署，数据不出园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完全符合教育数据合规要求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⚡ 功能壁垒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实现「自然语言指令→自动执行」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真正替代人工完成重复工作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🎁 交付壁垒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5 分钟一键部署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零代码操作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🏗️ 核心产品架构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上层：交互端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微信/企业微信原生交互端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园长管理后台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家长端小程序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中层：幼教专属技能库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家园沟通模块 • 保教管理模块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行政后勤模块 • 安全合规模块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底层：AI 执行引擎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OpenClaw AI 执行引擎（私有化部署）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国产大模型（通义千问/Qwen/文心一言）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📦 MVP 核心功能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核心技能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解决痛点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家园智能助手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• 自动生成周报/食谱</a:t>
                      </a:r>
                    </a:p>
                    <a:p>
                      <a:r>
                        <a:t>• 24小时答疑</a:t>
                      </a:r>
                    </a:p>
                    <a:p>
                      <a:r>
                        <a:t>• 个性化提醒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解放80%沟通时间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保教自动化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• 自动生成教案</a:t>
                      </a:r>
                    </a:p>
                    <a:p>
                      <a:r>
                        <a:t>• 观察笔记整理</a:t>
                      </a:r>
                    </a:p>
                    <a:p>
                      <a:r>
                        <a:t>• 发展评估报告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降低备课工作量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后勤自动化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• 自动排班考勤</a:t>
                      </a:r>
                    </a:p>
                    <a:p>
                      <a:r>
                        <a:t>• 智能食谱</a:t>
                      </a:r>
                    </a:p>
                    <a:p>
                      <a:r>
                        <a:t>• 账单自动生成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简化行政流程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📅 产品迭代路线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🚀 0-3 个月 MVP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完成核心 3 个模块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5 分钟一键部署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对接微信/企业微信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📈 3-6 个月 完善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完善安全合规模块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推出集团多园管理版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优化技能库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🌟 6-12 个月 生态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上线家长端增值服务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幼教技能商店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开放 API 对接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四层递进变现体系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1️⃣ 基础层：B 端 SaaS 订阅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标准版 2980 元/园/年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专业版 5980 元/园/年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集团版 29800 元/集团/年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2️⃣ 增值层：高毛利服务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部署实施费 1800-3600 元/园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定制开发 5000-20000 元/个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3️⃣ 生态层：B2B2C 变现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C端家长增值 30-98 元/月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供应链分成 10%-30%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4️⃣ 平台层：生态壁垒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技能商店佣金 15%-30%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💎 SaaS 订阅版本定价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定价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适配客群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核心权益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标准版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2980元</a:t>
                      </a:r>
                    </a:p>
                    <a:p>
                      <a:r>
                        <a:t>园/年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10-15班</a:t>
                      </a:r>
                    </a:p>
                    <a:p>
                      <a:r>
                        <a:t>民营园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核心3模块</a:t>
                      </a:r>
                    </a:p>
                    <a:p>
                      <a:r>
                        <a:t>云托管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专业版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5980元</a:t>
                      </a:r>
                    </a:p>
                    <a:p>
                      <a:r>
                        <a:t>园/年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15-30班</a:t>
                      </a:r>
                    </a:p>
                    <a:p>
                      <a:r>
                        <a:t>中高端园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全模块</a:t>
                      </a:r>
                    </a:p>
                    <a:p>
                      <a:r>
                        <a:t>私有化部署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集团版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29800元</a:t>
                      </a:r>
                    </a:p>
                    <a:p>
                      <a:r>
                        <a:t>集团/年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连锁幼教</a:t>
                      </a:r>
                    </a:p>
                    <a:p>
                      <a:r>
                        <a:t>集团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多园管理</a:t>
                      </a:r>
                    </a:p>
                    <a:p>
                      <a:r>
                        <a:t>定制开发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📈 12 个月盈利测算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园所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订阅营收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增值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总营收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0-3月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5家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验证价值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3-6月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50家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20万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25万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月5万+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6-12月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200家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100万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40万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140万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单月盈利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🎣 获客策略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🌱 种子客户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3-5 家区域头部民营园/连锁幼教集团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免费试用 1-3 个月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🤝 渠道合作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幼教展会、园长社群、区域代理商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20%-30% 佣金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🎁 转化钩子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•「免费试用 1 个月，无效全额退款」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🏆 标杆打造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3 个标杆案例，可复制 SOP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🛡️ 四大核心壁垒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📚 行业 Know-How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深度贴合幼教政策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专属幼教技能库护城河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🔐 数据合规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本地私有化部署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权限隔离与审计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⚙️ 技术交付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一键部署、零代码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🌐 网络效应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园所越多→越完善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⚠️ 风险与应对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具体风险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应对方案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合规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数据隐私</a:t>
                      </a:r>
                    </a:p>
                    <a:p>
                      <a:r>
                        <a:t>政策监管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本地部署</a:t>
                      </a:r>
                    </a:p>
                    <a:p>
                      <a:r>
                        <a:t>提前备案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竞争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SaaS厂商</a:t>
                      </a:r>
                    </a:p>
                    <a:p>
                      <a:r>
                        <a:t>AI巨头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垂直细分</a:t>
                      </a:r>
                    </a:p>
                    <a:p>
                      <a:r>
                        <a:t>差异化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开源迭代</a:t>
                      </a:r>
                    </a:p>
                    <a:p>
                      <a:r>
                        <a:t>模型适配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社区迭代</a:t>
                      </a:r>
                    </a:p>
                    <a:p>
                      <a:r>
                        <a:t>多模型兼容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推广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决策链长</a:t>
                      </a:r>
                    </a:p>
                    <a:p>
                      <a:r>
                        <a:t>付费意愿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2D3445"/>
                          </a:solidFill>
                        </a:defRPr>
                      </a:pPr>
                      <a:r>
                        <a:t>免费试用</a:t>
                      </a:r>
                    </a:p>
                    <a:p>
                      <a:r>
                        <a:t>ROI测算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💼 融资计划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16128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天使轮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融资金额：500-1000 万元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出让股权：10%-15%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资金用途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🏗️ 产品研发 40%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📢 市场拓展 35%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👥 团队建设 20%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🔧 运营储备 5%</a:t>
            </a:r>
          </a:p>
          <a:p>
            <a:pPr>
              <a:spcAft>
                <a:spcPts val="600"/>
              </a:spcAft>
              <a:defRPr sz="1600">
                <a:solidFill>
                  <a:srgbClr val="2D3445"/>
                </a:solidFill>
              </a:defRPr>
            </a:pPr>
          </a:p>
          <a:p>
            <a:pPr>
              <a:spcBef>
                <a:spcPts val="1600"/>
              </a:spcBef>
              <a:spcAft>
                <a:spcPts val="800"/>
              </a:spcAft>
              <a:defRPr sz="2200" b="1">
                <a:solidFill>
                  <a:srgbClr val="1A2B4A"/>
                </a:solidFill>
              </a:defRPr>
            </a:pPr>
            <a:r>
              <a:t>退出机制</a:t>
            </a:r>
          </a:p>
          <a:p>
            <a:pPr>
              <a:spcAft>
                <a:spcPts val="800"/>
              </a:spcAft>
              <a:defRPr sz="1600">
                <a:solidFill>
                  <a:srgbClr val="2D3445"/>
                </a:solidFill>
              </a:defRPr>
            </a:pPr>
            <a:r>
              <a:t>• 3-5 年实现行业并购或 IPO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1828800"/>
            <a:ext cx="2130552" cy="213055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携手共创幼教 AI 新未来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</a:defRPr>
            </a:pPr>
            <a:r>
              <a:t>让 AI 成为每位幼儿教师的得力助手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